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64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Hospital Bed Monitoring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Patient Occupancy, Vital Sign Observation, and Emergency Assistance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IoT-enabled monitoring for enhanced patient safety and hospital efficiency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E4F2A-5D1A-BCF5-BFB2-9BB9CA409FBE}"/>
              </a:ext>
            </a:extLst>
          </p:cNvPr>
          <p:cNvSpPr txBox="1"/>
          <p:nvPr/>
        </p:nvSpPr>
        <p:spPr>
          <a:xfrm>
            <a:off x="9526716" y="6211669"/>
            <a:ext cx="158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SATHI KARTHIK</a:t>
            </a:r>
            <a:br>
              <a:rPr lang="en-IN"/>
            </a:br>
            <a:r>
              <a:rPr lang="en-IN"/>
              <a:t>323129520118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76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1498"/>
            <a:ext cx="3500747" cy="2299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502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Manual Supervision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74502" y="2123480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Traditional hospital bed management relies heavily on manual supervision and periodic checks, creating gaps in continuous care.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1511498"/>
            <a:ext cx="3500846" cy="2299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8402" y="1722934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Delays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58402" y="2123480"/>
            <a:ext cx="2976389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 monitoring of patient occupancy and vital signs is labor-intensive and prone to delays that can compromise patient safety.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9374" y="1511498"/>
            <a:ext cx="3500747" cy="22997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2401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Undetected Emergencies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42401" y="2123480"/>
            <a:ext cx="297629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Emergency situations may go undetected without real-time observation, increasing risk of adverse patient outcomes.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94448"/>
            <a:ext cx="3500747" cy="22997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4502" y="4205883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Fragmented Information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74502" y="4606429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Lack of centralized patient information leads to inefficient resource allocation and poor coordination among healthcare teams.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3994448"/>
            <a:ext cx="3500846" cy="22997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58402" y="4205883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Delayed Intervention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658402" y="4606429"/>
            <a:ext cx="297638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Healthcare professionals need immediate alerts for abnormal conditions to enable timely, life-saving intervention.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96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Solution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5655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1033" y="1265337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IoT-Enabled Automation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51033" y="1575296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Continuous, automated patient observation through an integrated Smart Hospital Bed Monitoring System.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351033" y="2377380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Sensor Integration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51033" y="2687340"/>
            <a:ext cx="318543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Integrated sensors detect occupancy and collect vital sign data in real-time at the bedside.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51033" y="3302695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51033" y="3612654"/>
            <a:ext cx="318543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 storage and analysis of patient information via secure cloud infrastructure.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351033" y="4228009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Alerts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51033" y="4537968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 system notifies healthcare professionals immediately of abnormal conditions.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51033" y="5340052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Unified Dashboard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1033" y="5650012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User-friendly monitoring dashboard provides secure access to patient data across the hospital network.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44402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12085" y="1395016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304" y="1519238"/>
            <a:ext cx="203294" cy="203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085" y="1966813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Occupancy Monitoring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2274094"/>
            <a:ext cx="5073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 continuous patient occupancy monitoring on hospital beds.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5774" y="1244402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306384" y="1395016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0603" y="1519238"/>
            <a:ext cx="203294" cy="203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6384" y="1966813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 Sign Observation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6384" y="2274094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real-time vital sign observation and data collection for every patient.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977654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12085" y="3128268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304" y="3252490"/>
            <a:ext cx="203294" cy="203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085" y="3700066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Analysis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2085" y="4007346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 abnormal health conditions through automated threshold-based analysis.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5774" y="2977654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6384" y="3128268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0603" y="3252490"/>
            <a:ext cx="203294" cy="2032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6384" y="3700066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Alerts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6384" y="4007346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Identify emergency situations and generate immediate alerts to clinical staff.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710906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24" name="Shape 18"/>
          <p:cNvSpPr/>
          <p:nvPr/>
        </p:nvSpPr>
        <p:spPr>
          <a:xfrm>
            <a:off x="812085" y="4861520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304" y="4985742"/>
            <a:ext cx="203294" cy="2032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2085" y="5433318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Monitoring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2085" y="5740598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 centralized monitoring of patient and bed information across the facility.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5774" y="4710906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29" name="Shape 22"/>
          <p:cNvSpPr/>
          <p:nvPr/>
        </p:nvSpPr>
        <p:spPr>
          <a:xfrm>
            <a:off x="6306384" y="4861520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603" y="4985742"/>
            <a:ext cx="203294" cy="2032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6384" y="5433318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Safety &amp; Efficiency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6384" y="5740598"/>
            <a:ext cx="507322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 overall patient safety and hospital operational efficiency.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37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Components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0280"/>
            <a:ext cx="561167" cy="561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4291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Pressure Sensors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4291" y="2128738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 patient occupancy and bed status in real-time, providing accurate presence detection.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073" y="1450280"/>
            <a:ext cx="561167" cy="5611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6890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Heart Rate Sensors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216890" y="2128738"/>
            <a:ext cx="176813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 cardiac activity continuously and detect arrhythmias or irregular rhythms.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672" y="1450280"/>
            <a:ext cx="561167" cy="5611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9488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Temperature Sensors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989488" y="2128738"/>
            <a:ext cx="176813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Continuously measure body temperature for fever or hypothermia detection.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271" y="1450280"/>
            <a:ext cx="561167" cy="5611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62087" y="1450280"/>
            <a:ext cx="1768133" cy="858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Communication Modules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762087" y="2414786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 wireless transmission of sensor data from bedside to the central system.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214019"/>
            <a:ext cx="561167" cy="5611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44291" y="4214019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444291" y="4892477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Facilitate secure data transfer, storage, and backup of all patient information.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073" y="4214019"/>
            <a:ext cx="561167" cy="56118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16890" y="4214019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Dashboard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4216890" y="4892477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healthcare professionals with unified access to real-time patient and bed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Analyze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Store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Transmit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Occupancy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operates as a seamless end-to-end pipeline — from bedside sensor detection through cloud-based analysis to real-time dashboard display — ensuring no critical event goes unnoticed.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844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645345"/>
            <a:ext cx="10868745" cy="4006155"/>
          </a:xfrm>
          <a:prstGeom prst="roundRect">
            <a:avLst>
              <a:gd name="adj" fmla="val 686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164534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22889" y="0"/>
                </a:moveTo>
                <a:lnTo>
                  <a:pt x="5434373" y="0"/>
                </a:lnTo>
                <a:lnTo>
                  <a:pt x="5434373" y="1335385"/>
                </a:lnTo>
                <a:lnTo>
                  <a:pt x="0" y="1335385"/>
                </a:lnTo>
                <a:lnTo>
                  <a:pt x="0" y="22890"/>
                </a:lnTo>
                <a:arcTo wR="22889" hR="22890" stAng="10800000" swAng="5400000"/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844529" y="182840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Patient Status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4529" y="2220813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Current health condition and vital sign summary for each monitored patient.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164534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11484" y="0"/>
                </a:lnTo>
                <a:arcTo wR="22889" hR="22890" stAng="16200000" swAng="5400000"/>
                <a:lnTo>
                  <a:pt x="5434373" y="1335385"/>
                </a:lnTo>
                <a:lnTo>
                  <a:pt x="0" y="1335385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645345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6278902" y="182840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Bed Occupancy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78902" y="2220813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occupancy detection and bed availability across the entire ward.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2980730"/>
            <a:ext cx="5434373" cy="133538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2980730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29" y="3163788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 Trends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4529" y="3556198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Heart rate, temperature readings, and historical data visualization over time.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48" y="2980730"/>
            <a:ext cx="5434373" cy="133538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2980730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2980730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278902" y="3163788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Alerts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78902" y="3556198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 alerts and critical condition notifications displayed prominently for immediate action.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1475" y="431611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34373" y="0"/>
                </a:lnTo>
                <a:lnTo>
                  <a:pt x="5434373" y="1335385"/>
                </a:lnTo>
                <a:lnTo>
                  <a:pt x="22889" y="1335385"/>
                </a:lnTo>
                <a:arcTo wR="22889" hR="22890" stAng="5400000" swAng="5400000"/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61475" y="431611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844529" y="449917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Alert History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4529" y="4891584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 of past alerts and patient incidents for clinical review and audit.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5848" y="431611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34373" y="0"/>
                </a:lnTo>
                <a:lnTo>
                  <a:pt x="5434373" y="1312496"/>
                </a:lnTo>
                <a:arcTo wR="22889" hR="22890" stAng="0" swAng="5400000"/>
                <a:lnTo>
                  <a:pt x="0" y="1335385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4316115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431611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6278902" y="449917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Device Status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78902" y="4891584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Sensor connectivity and system health monitoring to ensure uninterrupted operation.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1475" y="5851029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healthcare professionals to efficiently monitor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multiple patients simultaneously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from a single centralized location.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Detection and Alerts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7181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74318"/>
            <a:ext cx="531551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continuously compares vital sign readings against predefined normal ranges and thresholds. Abnormal conditions — such as irregular heart rate, extreme temperature, or sudden physiological changes — trigger emergency detection instantly.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73673"/>
            <a:ext cx="5315512" cy="524966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alerts sent immediately to healthcare professionals via dashboard and mobile notifications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alerts enable rapid medical intervention and reduce response time to critical situations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Timely emergency response significantly improves patient outcomes and reduces mortality risk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Eliminates delays associated with manual observation and periodic bed checks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0947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and Applications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320105"/>
            <a:ext cx="297192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Benefits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1677839"/>
            <a:ext cx="216986" cy="2169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1661" y="1670745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Improved Patient Safety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through continuous real-time clinical observation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2512566"/>
            <a:ext cx="216986" cy="2169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1661" y="2505472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Reduced Manual Burden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on nursing and clinical staff with automated monitoring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3347293"/>
            <a:ext cx="216986" cy="2169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31661" y="3340199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Efficient Bed Management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optimized healthcare resource allocation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4182021"/>
            <a:ext cx="216986" cy="21699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31661" y="4174927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Faster Emergency Response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automated, real-time critical condition alerts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3992760" y="1320105"/>
            <a:ext cx="297192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3992760" y="1670745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15" name="Text 8"/>
          <p:cNvSpPr/>
          <p:nvPr/>
        </p:nvSpPr>
        <p:spPr>
          <a:xfrm>
            <a:off x="4137418" y="181540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General Wards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137418" y="2152154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Routine patient monitoring across standard hospital beds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992760" y="281632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18" name="Text 11"/>
          <p:cNvSpPr/>
          <p:nvPr/>
        </p:nvSpPr>
        <p:spPr>
          <a:xfrm>
            <a:off x="4137418" y="296098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ICU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137418" y="3297734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Intensive care units requiring continuous high-acuity observation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992760" y="396190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21" name="Text 14"/>
          <p:cNvSpPr/>
          <p:nvPr/>
        </p:nvSpPr>
        <p:spPr>
          <a:xfrm>
            <a:off x="4137418" y="410656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Post-Operative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137418" y="4443313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Recovery areas monitoring patients after surgical procedures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992760" y="510748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24" name="Text 17"/>
          <p:cNvSpPr/>
          <p:nvPr/>
        </p:nvSpPr>
        <p:spPr>
          <a:xfrm>
            <a:off x="4137418" y="525214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Long-Term Care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137418" y="5588893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Nursing homes, rehabilitation centers, and clinics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37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and Future Potential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8461" y="1372791"/>
            <a:ext cx="1065175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Smart Hospital Bed Monitoring System unifies pressure sensors, heart rate sensors, temperature sensors, IoT communication, and cloud connectivity into a single intelligent healthcare solution.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248172"/>
            <a:ext cx="19050" cy="658019"/>
          </a:xfrm>
          <a:prstGeom prst="roundRect">
            <a:avLst>
              <a:gd name="adj" fmla="val 49999"/>
            </a:avLst>
          </a:prstGeom>
          <a:solidFill>
            <a:srgbClr val="3E2513"/>
          </a:solidFill>
          <a:ln/>
        </p:spPr>
      </p:sp>
      <p:sp>
        <p:nvSpPr>
          <p:cNvPr id="5" name="Shape 3"/>
          <p:cNvSpPr/>
          <p:nvPr/>
        </p:nvSpPr>
        <p:spPr>
          <a:xfrm>
            <a:off x="6086323" y="2030809"/>
            <a:ext cx="19050" cy="3436739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5518062" y="2184003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5933083" y="2030809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987305" y="2057896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475" y="2080518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Current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475" y="2373015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 dashboard with real-time vitals, occupancy detection, and automated emergency alerts across hospital wards.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9562" y="2984401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3083" y="2831207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87305" y="2858294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9432" y="2880916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Near-Term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9432" y="3173413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and secure architecture supporting deployment across multiple healthcare facilities simultaneously.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18062" y="3698875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3083" y="3545681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5987305" y="357276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1475" y="3595390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475" y="3887887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analytics and predictive health monitoring to anticipate deterioration before emergencies occur.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9562" y="4413349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3083" y="4260155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5987305" y="4287242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19432" y="4309864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Long-Term Vision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9432" y="4602361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Full integration with Electronic Health Records (EHR) for comprehensive, data-driven patient care management.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1475" y="5592167"/>
            <a:ext cx="10868745" cy="691455"/>
          </a:xfrm>
          <a:prstGeom prst="roundRect">
            <a:avLst>
              <a:gd name="adj" fmla="val 3139"/>
            </a:avLst>
          </a:prstGeom>
          <a:solidFill>
            <a:srgbClr val="F3E3D8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" y="5752108"/>
            <a:ext cx="180871" cy="14466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31661" y="5739011"/>
            <a:ext cx="1025390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system delivers enhanced patient safety, improved clinical observation, reduced manual workload, and intelligent hospital bed management — transforming how healthcare facilities operate.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820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Source Serif 4</vt:lpstr>
      <vt:lpstr>Platypi Medium</vt:lpstr>
      <vt:lpstr>Arial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6</cp:revision>
  <dcterms:created xsi:type="dcterms:W3CDTF">2026-08-20T04:21:58Z</dcterms:created>
  <dcterms:modified xsi:type="dcterms:W3CDTF">2026-10-02T17:25:59Z</dcterms:modified>
</cp:coreProperties>
</file>